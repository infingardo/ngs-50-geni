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1F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NGS 50 Geni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S.C. Anatomia Patologica  ·  ASST FBF Sacco  · 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011680" cy="310896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201168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1325880"/>
            <a:ext cx="512064" cy="51206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3258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84048" y="1938528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Oncologo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2359152"/>
            <a:ext cx="179222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Invia richiesta NGS tramite sistema informatico ospedaliero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14600" y="1188720"/>
            <a:ext cx="2011680" cy="3108960"/>
          </a:xfrm>
          <a:prstGeom prst="rect">
            <a:avLst/>
          </a:prstGeom>
          <a:solidFill>
            <a:srgbClr val="1E293B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14600" y="1188720"/>
            <a:ext cx="201168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64408" y="1325880"/>
            <a:ext cx="512064" cy="512064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4408" y="13258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624328" y="1938528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Patologo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24328" y="2359152"/>
            <a:ext cx="179222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Riceve il caso in Pathox, valuta H&amp;E, stima la cellularità tumorale, autorizza invio in BioMol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1188720"/>
            <a:ext cx="2011680" cy="3108960"/>
          </a:xfrm>
          <a:prstGeom prst="rect">
            <a:avLst/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1188720"/>
            <a:ext cx="201168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04688" y="1325880"/>
            <a:ext cx="512064" cy="51206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04688" y="13258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864608" y="1938528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Biologo Molecolare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64608" y="2359152"/>
            <a:ext cx="179222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Estrae DNA+RNA da FFPE, sequenzia, carica Parte A in Pathox: varianti, VAF, CNV, fusioni, MSI — dati grezzi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995160" y="1188720"/>
            <a:ext cx="2011680" cy="3108960"/>
          </a:xfrm>
          <a:prstGeom prst="rect">
            <a:avLst/>
          </a:prstGeom>
          <a:solidFill>
            <a:srgbClr val="1E293B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95160" y="1188720"/>
            <a:ext cx="201168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44968" y="1325880"/>
            <a:ext cx="512064" cy="512064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44968" y="132588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04888" y="1938528"/>
            <a:ext cx="17922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Patologo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04888" y="2359152"/>
            <a:ext cx="179222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 caso in Pathox, usa l'Assistente di Refertazione NGS, valuta VAF vs cellularità, copia frase in Parte B, firma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304288" y="2734056"/>
            <a:ext cx="192024" cy="1828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68296" y="2624328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44568" y="2734056"/>
            <a:ext cx="192024" cy="1828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08576" y="2624328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784848" y="2734056"/>
            <a:ext cx="192024" cy="1828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8856" y="2624328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Il patologo firma solo dopo aver verificato la coerenza VAF / cellularità nell'Assistente di Refertazione NGS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2026-03-15T18:07:06Z</dcterms:created>
  <dcterms:modified xsi:type="dcterms:W3CDTF">2026-03-15T18:07:06Z</dcterms:modified>
</cp:coreProperties>
</file>